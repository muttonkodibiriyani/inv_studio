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 STUDIO / SLT PROPOSAL AND WORKING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From supplier invoice</a:t>
            </a:r>
          </a:p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to checked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949440" cy="13716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163548"/>
                </a:solidFill>
                <a:latin typeface="Aptos"/>
              </a:defRPr>
            </a:pPr>
            <a:r>
              <a:t>Build the business controls in house.</a:t>
            </a:r>
          </a:p>
          <a:p>
            <a:pPr>
              <a:spcAft>
                <a:spcPts val="1200"/>
              </a:spcAft>
              <a:defRPr sz="2800" b="0">
                <a:solidFill>
                  <a:srgbClr val="163548"/>
                </a:solidFill>
                <a:latin typeface="Aptos"/>
              </a:defRPr>
            </a:pPr>
            <a:r>
              <a:t>Reuse local readers. Keep AI replaceable.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423160"/>
            <a:ext cx="3200400" cy="2377440"/>
          </a:xfrm>
          <a:prstGeom prst="roundRect">
            <a:avLst/>
          </a:prstGeom>
          <a:solidFill>
            <a:srgbClr val="03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Prove the invoice workflow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51560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3717B"/>
                </a:solidFill>
                <a:latin typeface="Aptos"/>
              </a:defRPr>
            </a:pPr>
            <a:r>
              <a:t>Access hotfix 00005-zdk is verified. 148 backend tests, Chromium and three Docker reader warmups pass. Full feature deployment and hosted catalog recovery remain pending.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problem is bigger than reading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Which supplier site, buying company, market route and item does this invoice belong to?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Was the quantity accepted? Was it already invoiced? Does the unit price and tax match?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Can we generate the receiving workbook without assembling rows manually?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to-be process in six clear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01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One invoice per file; two workers, remaining files queued.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02  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Reader, AI fallback, references and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03 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Template, native layout, OCR or permitted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04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Approved references; lookup remains evidence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48056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Edit and save each invoice before batch selection.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7532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06 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Review-only, approved or manual draft workbook.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Buy the readers. Build the decision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Local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invoice2data for repeatable layouts. PaddleOCR for scans. Docling for document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AI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Managed Vertex or a selected API/subscription model proposes structured fields when local reading is incomplete.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Our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Exact matching, evidence review, route rules, receipt balances, duplicate control and Excel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No extraction score is treated as proof of business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exact output leadership can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Header · 13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One row per invoice. Supplier site, order, location, date and invoice totals.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Tax · 3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Transaction number, tax code and tax basis. Current MVP uses one tax treatment per invoice.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Details · 6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Transaction number, item, UPC, cost, quantity and unit tax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Approved export revalidates and reserves receipts. Manual draft uses the same shape but is visibly DRAFT_UNVALIDATED and reserves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Three controlled routes to the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Approved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Ready and reviewed invoices are revalidated. Receipt allocations and export receipt commit atomically.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Combined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Saved processed facts join into EXTRACTION_REVIEW_ONLY without approval, allocation or ledger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Manual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Every target field is editable during OCR. Explicit acknowledgement; DRAFT_UNVALIDATED reserves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All three use exact 13/3/6 sheets. Only approved export can reserve receipt quantity.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Cross-market supply needs an explicit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legal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 supplier name is not enough. Operational sites have their own identities and approved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Buying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The same seller may serve different owned companies. PO scope must identify the correct buyer.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Route and 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UAE → Kuwait with AED billing remains a distinct route. Currency equality does not prove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Reference files are evidence,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Known source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Private source files contain 412,139 item and PO/GRN rows, but hosted lookup currently reports zero loaded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Show conflicts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Keep source sheet/row and duplicate context. Require explicit operator confirmation before copying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Approve separately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Lookup never approves matching. Supplier/site, receipt, prior invoicing, route and tax meaning still need owners.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Completed target examples and lookup hits are evidence; neither establishes canonical master-data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Cloud delivery is a controlled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Firebase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Responsive portal, approved account sign-in and authenticated document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GCP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Cloud Run readers/API and managed Vertex through the service identity. Cloud SQL ledger; private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Release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Deploy the complete feature bundle, restore lookup, then rerun authenticated extraction/export and persistence checks.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Access hotfix 00005-zdk is verified; the full feature release and hosted catalog are not yet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Owner subscription paths keep a hard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Claude setup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Encrypted on the server and provided only to a restricted hosted CLI invocation with tools disabled.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ChatGPT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Local OAuth uses the application registration. Export deletes local credentials and clears the active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Hosted owner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Authenticated import verifies and encrypts the one-time bundle. Protect it, import promptly, then delete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No automated result proves subscription eligibility, model access or live inference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Release checks are green; deployment remains 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Repository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148 backend tests pass with PostgreSQL included and no skips. Ruff and the latest full Chromium workflow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Reader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All three Docker reader warmups passed in 63 seconds and recovered both synthetic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Hosted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00005-zdk restored access. The complete feature release is not live; hosted lookup reports zero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Measured AI-off reader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Native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15/15 PDFs, 570/570 rows and 3,990/3,990 tested line facts exact in one layout family; 24.6 s first total, 12.9 s warm.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PaddleOCR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6/6 scan lines and 60/60 tested facts exact. Treating six descriptions as wrong gives a 60/66 = 90.91%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Docling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5/5, 1/1 and 17/17 native lines. Ten pages exceeded 528 s; three scans took 103–170 s and returned no reliable 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These bounded cohorts do not prove the expected 95% across suppliers, scans, languages and lengths.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Managed Vertex: useful evidence, narrow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Measured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All source-tested fields were exact across 15 documents and 570 lines from one layout family.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Measured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36,450 input and 91,892 output tokens including reasoning across 15 successful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Calculated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USD 0.3719325 at the published time-bounded rate; USD 24.7955 per 1,000 at the same mix.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Not an actual bill. Excludes retries, hosting, database, storage and network. Broad accuracy remains unproven.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Define 90% before measuring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Header exact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Target ≥90% over every frozen gold header cell, including expected nulls. Failures and timeouts score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Line 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Target ≥90% exact cells after adjudicated line alignment; also report missing, extra and misaligned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Zero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Target ≥90% of all attempted invoices needing no extraction edit, plus zero false-ready approvals.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Stratify by supplier, native/scan, language, quality and length. Completeness, schema and arithmetic are diagnostics, not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A staged build plan with clear exits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Data contract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1–2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Approve mappings and missing values. Accept the target workbook with the receiving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evaluation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2–3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Evaluate at least 100 representative invoices and the difficult exception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Production pilot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3–5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Add role separation, durable workers, backup restoration, monitoring and controlled UAT.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Planning ranges assume available AP/data owners and a deliberately bounded initial invoice contract.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Extend the platform after invoice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New store or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Search approved coverage; create supplier discovery and qualification cases only for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item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Normalize item identity, codes, packaging and units. Route ambiguity to a data steward.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Digital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Maintain versioned content, images, translations and channel rules separately from purchasing identity.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next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5 OCT 2026  •  MEASURED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Name the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AP process owner, reference steward, receiving owner and finance/tax approver.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Accept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Confirm receipt status meaning, invoice baseline, route scope and the initial supplier test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Authorize the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Set approved users, provider choices and budget; sign off downstream workbook compatibility.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Fifteen acceptance-driven implementation stories accompany the design and operator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