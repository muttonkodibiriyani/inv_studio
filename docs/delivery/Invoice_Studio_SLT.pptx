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 STUDIO / SLT PROPOSAL AND WORKING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From supplier invoice</a:t>
            </a:r>
          </a:p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to checked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949440" cy="13716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rial"/>
              </a:defRPr>
            </a:pPr>
            <a:r>
              <a:t>Build the business controls in house.</a:t>
            </a:r>
          </a:p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rial"/>
              </a:defRPr>
            </a:pPr>
            <a:r>
              <a:t>Reuse local readers. Keep AI replaceable.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423160"/>
            <a:ext cx="3200400" cy="2377440"/>
          </a:xfrm>
          <a:prstGeom prst="roundRect">
            <a:avLst/>
          </a:prstGeom>
          <a:solidFill>
            <a:srgbClr val="03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Prove the invoice workflow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1051560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53717B"/>
                </a:solidFill>
                <a:latin typeface="Arial"/>
              </a:defRPr>
            </a:pPr>
            <a:r>
              <a:t>Revision 00009-vxw is live. 214 tests, PostgreSQL, browsers, CI and reader warm-ups pass.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The problem is bigger than reading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Which supplier site, buying company, market route and item does this invoice belong 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Was the quantity accepted? Was it already invoiced? Does the unit price and tax match?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Can we generate the receiving workbook without assembling rows manually?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The to-be process in six clear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rial"/>
              </a:defRPr>
            </a:pPr>
            <a:r>
              <a:t>01 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rial"/>
              </a:defRPr>
            </a:pPr>
            <a:r>
              <a:t>One invoice per file; two workers, remaining files queued.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rial"/>
              </a:defRPr>
            </a:pPr>
            <a:r>
              <a:t>02  Confirm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rial"/>
              </a:defRPr>
            </a:pPr>
            <a:r>
              <a:t>Reader, AI fallback, references and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rial"/>
              </a:defRPr>
            </a:pPr>
            <a:r>
              <a:t>03 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rial"/>
              </a:defRPr>
            </a:pPr>
            <a:r>
              <a:t>Template, native layout, OCR or permitted AI.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8580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rial"/>
              </a:defRPr>
            </a:pPr>
            <a:r>
              <a:t>04  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rial"/>
              </a:defRPr>
            </a:pPr>
            <a:r>
              <a:t>Approved references; lookup remains evidence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448056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rial"/>
              </a:defRPr>
            </a:pPr>
            <a:r>
              <a:t>05 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rial"/>
              </a:defRPr>
            </a:pPr>
            <a:r>
              <a:t>Edit and save each invoice before batch selection.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7532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rial"/>
              </a:defRPr>
            </a:pPr>
            <a:r>
              <a:t>06 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rial"/>
              </a:defRPr>
            </a:pPr>
            <a:r>
              <a:t>Review-only, approved or manual draft workbook.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Buy the readers. Build the decision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Local readers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invoice2data for repeatable layouts. PaddleOCR for scans. Docling for document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AI adapter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Managed Vertex or a selected API/subscription model proposes structured fields when local reading is incomplete.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Our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Exact matching, evidence review, route rules, receipt balances, duplicate control and Excel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No extraction score is treated as proof of business correctness.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The exact output leadership can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Header · 13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One row per invoice. Supplier site, order, location, date and invoice totals.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Tax · 3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Transaction number, tax code and tax basis. Current MVP uses one tax treatment per invoice.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Details · 6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Transaction number, item, UPC, cost, quantity and unit tax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Approved export revalidates and reserves receipts. Manual draft uses the same shape but is visibly DRAFT_UNVALIDATED and reserves nothing.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Three controlled routes to the workbook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Approved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Ready and reviewed invoices are revalidated. Receipt allocations and export receipt commit atomically.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Combined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Saved processed facts join into EXTRACTION_REVIEW_ONLY without approval, allocation or ledger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Manual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Every target field is editable during OCR. Explicit acknowledgement; DRAFT_UNVALIDATED reserves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All three use exact 13/3/6 sheets. Only approved export can reserve receipt quantity.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Cross-market supply needs an explicit 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Supplier legal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 supplier name is not enough. Operational sites have their own identities and approved names.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Buying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Printed buyer name is evidence, not an internal code. PO scope must identify the approved buyer.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Route and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UAE → Kuwait with AED billing remains a distinct route. Currency equality does not prove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Reference files are evidence,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Known source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412,139 source rows are live: 114,940 items and 297,199 PO/GRN rows. Search and filter checks passed.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Show conflicts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Keep provenance and duplicates. Name, price, quantity and unit clues rank candidates; a person confirms.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Approve separately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Lookup never approves matching. Supplier/site, receipt, prior invoicing, route and tax meaning still need owners.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Completed target examples and lookup hits are evidence; neither establishes canonical master-data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Cloud delivery is a controlled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Firebase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Responsive portal, approved account sign-in and authenticated document downloads.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GCP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Cloud Run readers/API and managed Vertex through the service identity. Cloud SQL is 1 vCPU / 3.75 GB; estimated compute about USD 49/month, plus storage.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Release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Revision 00009-vxw is live. Reader, lookup and control checks passed; the allowlist is owner-only.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The 412,139-row evidence catalog is live; catalog evidence is not canonical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Owner subscription paths keep a hard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Saved vs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An encrypted saved key is not verified access. Model retrieval or an explicit probe verifies the connection.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ChatGPT 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Local OAuth uses the application registration. Export deletes local credentials and clears the active account.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Model 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Offer a connected model only when none is selected; never replace a still-connected user choice.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No automated result proves subscription eligibility, model access or live inference quality.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Review and deletion keep meanings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Buyer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Printed buyer name stays separate from the approved internal buyer/company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Reader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Scanned invoice2data names Paddle input. Failed and text-only attempts are separate; coverage is not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Permanent deletion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Confirmed deletion removes live evidence; minimal ledger tombstones remain, and provider retention still applies.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Release checks are green; deployment remains bounded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Repository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214 backend tests pass with PostgreSQL included and no skips. Ruff, both Chromium workflows and all four GitHub checks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Reader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All three packaged reader warm-ups recovered two synthetic 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Hosted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Revision 00009-vxw has 100% traffic. The allowlist is owner-only; public and direct-service APIs returned 401.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Measured AI-off reader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Native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15/15 PDFs, 570/570 rows and 3,990/3,990 tested line facts exact in one family. Hosted: 193 rows and 1,351/1,351 line facts in 10.21 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PaddleOCR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Adaptive two-page path: 90/99 to 96/99 (97.0%), 23/23 rows locally; revision 00008 returned the same hosted result in 242.98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Docling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Native examples and three small scans yielded 6/6 rows. A challenging scan gave 10/23 poor matches; ten pages exceeded 528 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These bounded cohorts do not prove the expected 95% across suppliers, scans, languages and lengths.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Managed Vertex: useful evidence, narrow cohort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Measured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All source-tested fields were exact across 15 documents and 570 lines from one layout family.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Measured usage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36,450 input and 91,892 output tokens including reasoning across 15 successful calls.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Calculated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USD 0.3719325 at the published time-bounded rate; USD 24.7955 per 1,000 at the same mix.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Not an actual bill. Excludes retries, hosting, database, storage and network. Broad accuracy remains unproven.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Define 90% before measuring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Header exact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Target ≥90% over every frozen gold header cell, including expected nulls. Failures and timeouts score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Line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Target ≥90% exact cells after adjudicated line alignment; also report missing, extra and misaligned 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Zero correction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Target ≥90% of all attempted invoices needing no extraction edit, plus zero false-ready approvals.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Stratify by supplier, native/scan, language, quality and length. Completeness, schema and arithmetic are diagnostics, not accuracy.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A staged build plan with clear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Data contract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1–2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Approve mappings and missing values. Accept the target workbook with the receiving team.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Supplier evaluation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2–3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Evaluate at least 100 representative invoices and the difficult exception cases.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Production pilot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3–5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Add role separation, durable workers, backup restoration, monitoring and controlled UAT.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Planning ranges assume available AP/data owners and a deliberately bounded initial invoice contract.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Extend the platform after invoice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New store or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Search approved coverage; create supplier discovery and qualification cases only for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Supplier item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Normalize item identity, codes, packaging and units. Route ambiguity to a data steward.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Digital 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Maintain versioned content, images, translations and channel rules separately from purchasing identity.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rial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rial"/>
              </a:defRPr>
            </a:pPr>
            <a:r>
              <a:t>The next business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rial"/>
              </a:defRPr>
            </a:pPr>
            <a:r>
              <a:t>5 OCT 2026  •  MEASURED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Name the 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AP process owner, reference steward, receiving owner and finance/tax approver.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Accept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Confirm receipt status meaning, invoice baseline, route scope and the initial supplier test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rial"/>
              </a:defRPr>
            </a:pPr>
            <a:r>
              <a:t>Authorize the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rial"/>
              </a:defRPr>
            </a:pPr>
            <a:r>
              <a:t>Set approved users, provider choices and budget; sign off downstream workbook compatibility.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rial"/>
              </a:defRPr>
            </a:pPr>
            <a:r>
              <a:t>Sixteen acceptance-driven implementation stories accompany the design and operator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