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 STUDIO / SLT PROPOSAL AND WORKING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From supplier invoice</a:t>
            </a:r>
          </a:p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to checked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949440" cy="13716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Build the business controls in house.</a:t>
            </a:r>
          </a:p>
          <a:p>
            <a:pPr>
              <a:spcAft>
                <a:spcPts val="1200"/>
              </a:spcAft>
              <a:defRPr sz="2800" b="0">
                <a:solidFill>
                  <a:srgbClr val="163548"/>
                </a:solidFill>
                <a:latin typeface="Aptos"/>
              </a:defRPr>
            </a:pPr>
            <a:r>
              <a:t>Reuse local readers. Keep AI replaceable.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423160"/>
            <a:ext cx="3200400" cy="2377440"/>
          </a:xfrm>
          <a:prstGeom prst="roundRect">
            <a:avLst/>
          </a:prstGeom>
          <a:solidFill>
            <a:srgbClr val="037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2800" b="1">
                <a:solidFill>
                  <a:srgbClr val="FFFFFF"/>
                </a:solidFill>
                <a:latin typeface="Aptos"/>
              </a:defRPr>
            </a:pPr>
            <a:r>
              <a:t>Prove the invoice workflow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515600" cy="7315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53717B"/>
                </a:solidFill>
                <a:latin typeface="Aptos"/>
              </a:defRPr>
            </a:pPr>
            <a:r>
              <a:t>Local portal verified with synthetic invoices. Real-data acceptance and cloud access are separate gates.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problem is bigger than reading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Which supplier site, buying company, market route and item does this invoice belong 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Was the quantity accepted? Was it already invoiced? Does the unit price and tax match?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Handoff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Can we generate the receiving workbook without assembling rows manually?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to-be process in six clear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01  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One invoice per file; batch selection.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8056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02  Confirm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Reader, AI fallback, references and rules.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103120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03 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79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Local engines; selected AI for gaps.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8580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04  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Supplier, PO, item, receipt and tax.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448056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05 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Evidence and exceptions, then recheck.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3977639"/>
            <a:ext cx="361188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75320" y="4069079"/>
            <a:ext cx="338328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037E83"/>
                </a:solidFill>
                <a:latin typeface="Aptos"/>
              </a:defRPr>
            </a:pPr>
            <a:r>
              <a:t>06  Export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572000"/>
            <a:ext cx="3383280" cy="9144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800" b="0">
                <a:solidFill>
                  <a:srgbClr val="163548"/>
                </a:solidFill>
                <a:latin typeface="Aptos"/>
              </a:defRPr>
            </a:pPr>
            <a:r>
              <a:t>One workbook with joined transactions.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Buy the readers. Build the decision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Local readers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invoice2data for repeatable layouts. PaddleOCR for scans. Docling for document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AI adapter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Selected OpenAI or Claude model proposes structured fields when local reading is incomplete.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Our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Exact matching, evidence review, route rules, receipt balances, duplicate control and Excel contract.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No extraction score is treated as proof of business correctness.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exact output leadership can inspect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Header · 13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One row per invoice. Supplier site, order, location, date and invoice totals.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Tax · 3 columns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tax code and tax basis. Current MVP uses one tax treatment per invoice.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Details · 6 columns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Transaction number, item, UPC, cost, quantity and unit tax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Invoice 1 joins as transaction 1 on every sheet. Invoice 2 joins as transaction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Cross-market supply needs an explicit route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legal 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 supplier name is not enough. Operational sites have their own identities and approved names.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Buying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The same seller may serve different owned companies. PO scope must identify the correct buyer.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Route and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UAE → Kuwait with AED billing remains a distinct route. Currency equality does not prove approval.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Reference files are evidence,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Profile everything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Preserve original bytes and hashes. Read all populated cells. Report missing values and duplicate grain.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Map with provenance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Keep source sheet, column and row. Separate unique joins from ambiguous matches.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Close the gaps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Buyer, legal entity, receipt acceptance, prior invoicing and route/tax approval need a named owner.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Completed target examples validate the Excel shape; they do not establish master-data approval.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Cloud delivery is a controlled 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Firebase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Responsive portal, approved account sign-in and authenticated document downloads.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GCP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Cloud Run readers and API. Cloud SQL records/ledger. Private Cloud Storage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Release gates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Verified access restrictions, synthetic end-to-end export and restart persistence before handoff.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Deployment is in progress. A shared enterprise release still needs role separation and durable distributed workers.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Show evidence before claiming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Verified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Backend and browser checks. Real local reader runs on synthetic digital/scanned examples. Exact batch workbook.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Pilot 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Representative supplier formats and languages. Independently adjudicated fields, lines and receipt balances.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Measure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Minutes saved per invoice, correction count, false-ready rate, fallback share, latency and provider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A staged build plan with clear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Data contract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1–2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Approve mappings and missing values. Accept the target workbook with the receiving team.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evaluation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2–3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Evaluate at least 100 representative invoices and the difficult exception cases.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Production pilot</a:t>
            </a:r>
          </a:p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3–5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Complete identity, operations, backup/recovery, monitoring and controlled UAT.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Planning ranges assume available AP/data owners and a deliberately bounded initial invoice contract.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Extend the platform after invoice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New store or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Search approved coverage; create supplier discovery and qualification cases only for gaps.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Supplier item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Normalize item identity, codes, packaging and units. Route ambiguity to a data steward.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Digital 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Maintain versioned content, images, translations and channel rules separately from purchasing identity.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037E83"/>
                </a:solidFill>
                <a:latin typeface="Aptos"/>
              </a:defRPr>
            </a:pPr>
            <a:r>
              <a:t>INVOICE STUDIO / DECISION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11887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112C3D"/>
                </a:solidFill>
                <a:latin typeface="Aptos"/>
              </a:defRPr>
            </a:pPr>
            <a:r>
              <a:t>The next business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0058400" cy="2743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900" b="0">
                <a:solidFill>
                  <a:srgbClr val="53717B"/>
                </a:solidFill>
                <a:latin typeface="Aptos"/>
              </a:defRPr>
            </a:pPr>
            <a:r>
              <a:t>4 OCT 2026  •  BUILD EVIDENCE AND PROPOSED NEXT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37E83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Name the owners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AP process owner, reference steward, receiving owner and finance/tax approver.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48912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386072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Accept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6072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Confirm receipt status meaning, invoice baseline, route scope and the initial supplier test 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3463" y="2103120"/>
            <a:ext cx="3489960" cy="3474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Aft>
                <a:spcPts val="1200"/>
              </a:spcAft>
              <a:defRPr sz="2200" b="0">
                <a:solidFill>
                  <a:srgbClr val="163548"/>
                </a:solidFill>
                <a:latin typeface="Aptos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0624" y="2304288"/>
            <a:ext cx="3215640" cy="96012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037E83"/>
                </a:solidFill>
                <a:latin typeface="Aptos"/>
              </a:defRPr>
            </a:pPr>
            <a:r>
              <a:t>Authorize the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0624" y="3383280"/>
            <a:ext cx="3215640" cy="20116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163548"/>
                </a:solidFill>
                <a:latin typeface="Aptos"/>
              </a:defRPr>
            </a:pPr>
            <a:r>
              <a:t>Set approved users, provider choices and budget; sign off downstream workbook compatibility.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789920" cy="41148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53717B"/>
                </a:solidFill>
                <a:latin typeface="Aptos"/>
              </a:defRPr>
            </a:pPr>
            <a:r>
              <a:t>Twelve acceptance-driven implementation stories accompany the design and operator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