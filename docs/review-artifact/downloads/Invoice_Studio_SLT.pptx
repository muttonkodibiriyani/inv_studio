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 STUDIO / SLT PROPOSAL AND WORKING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From supplier invoice</a:t>
            </a:r>
          </a:p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to checked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6949440" cy="13716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800" b="0">
                <a:solidFill>
                  <a:srgbClr val="163548"/>
                </a:solidFill>
                <a:latin typeface="Aptos"/>
              </a:defRPr>
            </a:pPr>
            <a:r>
              <a:t>Build the business controls in house.</a:t>
            </a:r>
          </a:p>
          <a:p>
            <a:pPr>
              <a:spcAft>
                <a:spcPts val="1200"/>
              </a:spcAft>
              <a:defRPr sz="2800" b="0">
                <a:solidFill>
                  <a:srgbClr val="163548"/>
                </a:solidFill>
                <a:latin typeface="Aptos"/>
              </a:defRPr>
            </a:pPr>
            <a:r>
              <a:t>Reuse local readers. Keep AI replaceable.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423160"/>
            <a:ext cx="3200400" cy="2377440"/>
          </a:xfrm>
          <a:prstGeom prst="roundRect">
            <a:avLst/>
          </a:prstGeom>
          <a:solidFill>
            <a:srgbClr val="03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Prove the invoice workflow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515600" cy="7315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3717B"/>
                </a:solidFill>
                <a:latin typeface="Aptos"/>
              </a:defRPr>
            </a:pPr>
            <a:r>
              <a:t>Hosted baseline verified with synthetic invoices. Current source additions await integrated validation and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The problem is bigger than reading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Which supplier site, buying company, market route and item does this invoice belong to?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Was the quantity accepted? Was it already invoiced? Does the unit price and tax match?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Handoff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Can we generate the receiving workbook without assembling rows manually?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The to-be process in six clear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38328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7E83"/>
                </a:solidFill>
                <a:latin typeface="Aptos"/>
              </a:defRPr>
            </a:pPr>
            <a:r>
              <a:t>01 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79"/>
            <a:ext cx="3383280" cy="914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63548"/>
                </a:solidFill>
                <a:latin typeface="Aptos"/>
              </a:defRPr>
            </a:pPr>
            <a:r>
              <a:t>One invoice per file; batch selection.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38328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7E83"/>
                </a:solidFill>
                <a:latin typeface="Aptos"/>
              </a:defRPr>
            </a:pPr>
            <a:r>
              <a:t>02  Confirm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97479"/>
            <a:ext cx="3383280" cy="914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63548"/>
                </a:solidFill>
                <a:latin typeface="Aptos"/>
              </a:defRPr>
            </a:pPr>
            <a:r>
              <a:t>Reader, AI fallback, references and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210312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338328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7E83"/>
                </a:solidFill>
                <a:latin typeface="Aptos"/>
              </a:defRPr>
            </a:pPr>
            <a:r>
              <a:t>03 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97479"/>
            <a:ext cx="3383280" cy="914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63548"/>
                </a:solidFill>
                <a:latin typeface="Aptos"/>
              </a:defRPr>
            </a:pPr>
            <a:r>
              <a:t>Template, native-PDF fast path, OCR or permitted AI.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77639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85800" y="4069079"/>
            <a:ext cx="338328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7E83"/>
                </a:solidFill>
                <a:latin typeface="Aptos"/>
              </a:defRPr>
            </a:pPr>
            <a:r>
              <a:t>04  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72000"/>
            <a:ext cx="3383280" cy="914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63548"/>
                </a:solidFill>
                <a:latin typeface="Aptos"/>
              </a:defRPr>
            </a:pPr>
            <a:r>
              <a:t>Approved references; lookup remains evidence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77639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480560" y="4069079"/>
            <a:ext cx="338328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7E83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572000"/>
            <a:ext cx="3383280" cy="914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63548"/>
                </a:solidFill>
                <a:latin typeface="Aptos"/>
              </a:defRPr>
            </a:pPr>
            <a:r>
              <a:t>Visible stage, evidence and exceptions.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977639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75320" y="4069079"/>
            <a:ext cx="338328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37E83"/>
                </a:solidFill>
                <a:latin typeface="Aptos"/>
              </a:defRPr>
            </a:pPr>
            <a:r>
              <a:t>06 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572000"/>
            <a:ext cx="3383280" cy="9144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63548"/>
                </a:solidFill>
                <a:latin typeface="Aptos"/>
              </a:defRPr>
            </a:pPr>
            <a:r>
              <a:t>Approved workbook or labelled manual draft.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Buy the readers. Build the decision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Local readers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invoice2data for repeatable layouts. PaddleOCR for scans. Docling for document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AI adapter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Selected OpenAI or Claude model proposes structured fields when local reading is incomplete.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Our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Exact matching, evidence review, route rules, receipt balances, duplicate control and Excel contract.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No extraction score is treated as proof of business correctness.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The exact output leadership can inspect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Header · 13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One row per invoice. Supplier site, order, location, date and invoice totals.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Tax · 3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Transaction number, tax code and tax basis. Current MVP uses one tax treatment per invoice.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Details · 6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Transaction number, item, UPC, cost, quantity and unit tax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Approved export revalidates and reserves receipts. Manual draft uses the same shape but is visibly DRAFT_UNVALIDATED and reserves nothing.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Two controlled routes to the workbook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Approved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Ready and reviewed invoices are revalidated. Receipt allocations and export receipt commit atomically.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Manual 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Every target field is editable during OCR. Explicit acknowledgement, one joined transaction and no formulas.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Visible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Filename, workbook properties and comments say DRAFT_UNVALIDATED, references not validated and no receipt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The draft does not change job status, revision, extracted invoice, reference approval or the approved-export ledger.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Cross-market supply needs an explicit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Supplier legal 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A supplier name is not enough. Operational sites have their own identities and approved names.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Buying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The same seller may serve different owned companies. PO scope must identify the correct buyer.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Route and currency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UAE → Kuwait with AED billing remains a distinct route. Currency equality does not prove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Reference files are evidence, not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Search actual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Lookup covers 114,940 item rows and 297,199 PO rows by exact identifier or product-name token.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Show conflicts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Keep source sheet/row and duplicate context. Require explicit operator confirmation before copying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Approve separately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Lookup never approves matching. Buyer, receipt, prior invoicing, route and tax meaning still need owners.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Completed target examples and lookup hits are evidence; neither establishes canonical master-data approval.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Cloud delivery is a controlled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Firebase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Responsive portal, approved account sign-in and authenticated document downloads.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GCP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Cloud Run readers and API. Cloud SQL records/ledger. Private Cloud Storage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Release gates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Re-run auth, draft immutability, lookup, connections, extraction/export and persistence before handoff.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The deployed URL is the earlier baseline. Current source additions are not yet claimed as deployed.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Owner subscription paths keep a hard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Claude setup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Encrypted on the server and provided only to a restricted hosted CLI invocation with tools disabled.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ChatGPT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Local OAuth uses the application registration. Export deletes local credentials and clears the active account.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Hosted owner import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Authenticated import verifies and encrypts the one-time bundle. Protect it, import promptly, then delete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No automated result proves subscription eligibility, model access or live inference quality.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Show evidence before claiming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Release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101 backend tests and real local PostgreSQL pass; Ruff clean; three-reader container warm passed. Browser, publish, catalog and hosted smoke pending.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Pilot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Representative supplier formats and languages. Independently adjudicated fields, lines and receipt balances.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Measure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Minutes saved per invoice, correction count, false-ready rate, fallback share, latency and provider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A staged build plan with clear exits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Data contract</a:t>
            </a:r>
          </a:p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1–2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Approve mappings and missing values. Accept the target workbook with the receiving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Supplier evaluation</a:t>
            </a:r>
          </a:p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2–3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Evaluate at least 100 representative invoices and the difficult exception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Production pilot</a:t>
            </a:r>
          </a:p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3–5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Add role separation, durable workers, backup restoration, monitoring and controlled UAT.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Planning ranges assume available AP/data owners and a deliberately bounded initial invoice contract.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Extend the platform after invoice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New store or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Search approved coverage; create supplier discovery and qualification cases only for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Supplier item intake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Normalize item identity, codes, packaging and units. Route ambiguity to a data steward.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Digital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Maintain versioned content, images, translations and channel rules separately from purchasing identity.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37E83"/>
                </a:solidFill>
                <a:latin typeface="Aptos"/>
              </a:defRPr>
            </a:pPr>
            <a:r>
              <a:t>INVOICE STUDIO / DECISION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188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C3D"/>
                </a:solidFill>
                <a:latin typeface="Aptos"/>
              </a:defRPr>
            </a:pPr>
            <a:r>
              <a:t>The next business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3717B"/>
                </a:solidFill>
                <a:latin typeface="Aptos"/>
              </a:defRPr>
            </a:pPr>
            <a:r>
              <a:t>4 OCT 2026  •  BUILD EVIDENCE AND PROPOSED NEXT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55080"/>
            <a:ext cx="548640" cy="3200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37E8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Name the owners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AP process owner, reference steward, receiving owner and finance/tax approver.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8912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386072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Accept the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6072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Confirm receipt status meaning, invoice baseline, route scope and the initial supplier test 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3463" y="2103120"/>
            <a:ext cx="348996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spcAft>
                <a:spcPts val="1200"/>
              </a:spcAft>
              <a:defRPr sz="2200" b="0">
                <a:solidFill>
                  <a:srgbClr val="163548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0624" y="2304288"/>
            <a:ext cx="3215640" cy="9601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37E83"/>
                </a:solidFill>
                <a:latin typeface="Aptos"/>
              </a:defRPr>
            </a:pPr>
            <a:r>
              <a:t>Authorize the 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0624" y="3383280"/>
            <a:ext cx="3215640" cy="20116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63548"/>
                </a:solidFill>
                <a:latin typeface="Aptos"/>
              </a:defRPr>
            </a:pPr>
            <a:r>
              <a:t>Set approved users, provider choices and budget; sign off downstream workbook compatibility.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3717B"/>
                </a:solidFill>
                <a:latin typeface="Aptos"/>
              </a:defRPr>
            </a:pPr>
            <a:r>
              <a:t>Fifteen acceptance-driven implementation stories accompany the design and operator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